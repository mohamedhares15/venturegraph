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The Question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The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Three Novel Constructs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Centrality Comparison (Part 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Community Detection (Part C &amp; 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The Innovation: SMS (Part D Bonus)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The Bridge to Public Equity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The Empirical Result (honest)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Why the Null Matters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The Interactive Dashboard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Conclusion &amp; Next Steps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VentureGraph 2.0</dc:title>
  <dc:subject>PptxGenJS Presentation</dc:subject>
  <dc:creator>Created by Marp</dc:creator>
  <cp:lastModifiedBy>Created by Marp</cp:lastModifiedBy>
  <cp:revision>1</cp:revision>
  <dcterms:created xsi:type="dcterms:W3CDTF">2026-05-10T23:07:57Z</dcterms:created>
  <dcterms:modified xsi:type="dcterms:W3CDTF">2026-05-10T23:07:57Z</dcterms:modified>
</cp:coreProperties>
</file>